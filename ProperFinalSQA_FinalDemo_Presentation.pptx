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6" r:id="rId3"/>
    <p:sldId id="259" r:id="rId4"/>
    <p:sldId id="274" r:id="rId5"/>
    <p:sldId id="261" r:id="rId6"/>
    <p:sldId id="262" r:id="rId7"/>
    <p:sldId id="263" r:id="rId8"/>
    <p:sldId id="264" r:id="rId9"/>
    <p:sldId id="265" r:id="rId10"/>
    <p:sldId id="275" r:id="rId11"/>
    <p:sldId id="266" r:id="rId12"/>
    <p:sldId id="273" r:id="rId13"/>
    <p:sldId id="267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374353-AFCF-4297-9382-BBAB025015C1}" v="483" dt="2026-10-18T00:13:18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Yaacoub Abou Chlih" userId="f9fa65fd-08a6-48e8-9861-c59543729fcb" providerId="ADAL" clId="{83211CA0-C0D9-4AA9-B626-799B6BC77B25}"/>
    <pc:docChg chg="modSld">
      <pc:chgData name="Mohammed Yaacoub Abou Chlih" userId="f9fa65fd-08a6-48e8-9861-c59543729fcb" providerId="ADAL" clId="{83211CA0-C0D9-4AA9-B626-799B6BC77B25}" dt="2026-10-13T05:47:36.106" v="2"/>
      <pc:docMkLst>
        <pc:docMk/>
      </pc:docMkLst>
    </pc:docChg>
  </pc:docChgLst>
  <pc:docChgLst>
    <pc:chgData name="Mohammed Yaacoub Abou Chlih" userId="f9fa65fd-08a6-48e8-9861-c59543729fcb" providerId="ADAL" clId="{108CA2E5-32F7-4F0E-BAFC-1AD0641155F9}"/>
    <pc:docChg chg="undo custSel addSld delSld modSld modMainMaster">
      <pc:chgData name="Mohammed Yaacoub Abou Chlih" userId="f9fa65fd-08a6-48e8-9861-c59543729fcb" providerId="ADAL" clId="{108CA2E5-32F7-4F0E-BAFC-1AD0641155F9}" dt="2026-10-18T00:15:59.339" v="6424" actId="20577"/>
      <pc:docMkLst>
        <pc:docMk/>
      </pc:docMkLst>
      <pc:sldChg chg="addSp delSp modSp new mod setBg setClrOvrMap delDesignElem">
        <pc:chgData name="Mohammed Yaacoub Abou Chlih" userId="f9fa65fd-08a6-48e8-9861-c59543729fcb" providerId="ADAL" clId="{108CA2E5-32F7-4F0E-BAFC-1AD0641155F9}" dt="2026-10-17T06:01:08.101" v="2387" actId="27636"/>
        <pc:sldMkLst>
          <pc:docMk/>
          <pc:sldMk cId="1282261677" sldId="258"/>
        </pc:sldMkLst>
        <pc:spChg chg="add del mod">
          <ac:chgData name="Mohammed Yaacoub Abou Chlih" userId="f9fa65fd-08a6-48e8-9861-c59543729fcb" providerId="ADAL" clId="{108CA2E5-32F7-4F0E-BAFC-1AD0641155F9}" dt="2026-10-17T05:55:38.038" v="2271"/>
          <ac:spMkLst>
            <pc:docMk/>
            <pc:sldMk cId="1282261677" sldId="258"/>
            <ac:spMk id="2" creationId="{0DD22967-B9C0-4C37-711F-6A35E24FA54F}"/>
          </ac:spMkLst>
        </pc:spChg>
        <pc:spChg chg="add mod">
          <ac:chgData name="Mohammed Yaacoub Abou Chlih" userId="f9fa65fd-08a6-48e8-9861-c59543729fcb" providerId="ADAL" clId="{108CA2E5-32F7-4F0E-BAFC-1AD0641155F9}" dt="2026-10-17T06:01:08.101" v="2387" actId="27636"/>
          <ac:spMkLst>
            <pc:docMk/>
            <pc:sldMk cId="1282261677" sldId="258"/>
            <ac:spMk id="4" creationId="{E40E1C52-BC91-6372-63C8-E495FB61E4A2}"/>
          </ac:spMkLst>
        </pc:spChg>
        <pc:spChg chg="add mod">
          <ac:chgData name="Mohammed Yaacoub Abou Chlih" userId="f9fa65fd-08a6-48e8-9861-c59543729fcb" providerId="ADAL" clId="{108CA2E5-32F7-4F0E-BAFC-1AD0641155F9}" dt="2026-10-17T05:57:44.123" v="2340" actId="14100"/>
          <ac:spMkLst>
            <pc:docMk/>
            <pc:sldMk cId="1282261677" sldId="258"/>
            <ac:spMk id="5" creationId="{4E787883-2D1A-4774-7BEF-3A6AE13DE196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26" creationId="{0E30439A-8A5B-46EC-8283-9B6B031D40D0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27" creationId="{5CEAD642-85CF-4750-8432-7C80C901F001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28" creationId="{FA33EEAE-15D5-4119-8C1E-89D943F911EF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29" creationId="{730D8B3B-9B80-4025-B934-26DC7D7CD231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30" creationId="{B5A1B09C-1565-46F8-B70F-621C5EB48A09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31" creationId="{8C516CC8-80AC-446C-A56E-9F54B7210402}"/>
          </ac:spMkLst>
        </pc:spChg>
        <pc:spChg chg="add del">
          <ac:chgData name="Mohammed Yaacoub Abou Chlih" userId="f9fa65fd-08a6-48e8-9861-c59543729fcb" providerId="ADAL" clId="{108CA2E5-32F7-4F0E-BAFC-1AD0641155F9}" dt="2026-10-17T05:55:44.407" v="2273"/>
          <ac:spMkLst>
            <pc:docMk/>
            <pc:sldMk cId="1282261677" sldId="258"/>
            <ac:spMk id="32" creationId="{53947E58-F088-49F1-A3D1-DEA690192E84}"/>
          </ac:spMkLst>
        </pc:spChg>
      </pc:sldChg>
      <pc:sldChg chg="addSp modSp new mod">
        <pc:chgData name="Mohammed Yaacoub Abou Chlih" userId="f9fa65fd-08a6-48e8-9861-c59543729fcb" providerId="ADAL" clId="{108CA2E5-32F7-4F0E-BAFC-1AD0641155F9}" dt="2026-10-17T06:14:09.619" v="3099" actId="255"/>
        <pc:sldMkLst>
          <pc:docMk/>
          <pc:sldMk cId="3529912832" sldId="259"/>
        </pc:sldMkLst>
        <pc:spChg chg="mod">
          <ac:chgData name="Mohammed Yaacoub Abou Chlih" userId="f9fa65fd-08a6-48e8-9861-c59543729fcb" providerId="ADAL" clId="{108CA2E5-32F7-4F0E-BAFC-1AD0641155F9}" dt="2026-10-17T06:13:55.299" v="3097" actId="14100"/>
          <ac:spMkLst>
            <pc:docMk/>
            <pc:sldMk cId="3529912832" sldId="259"/>
            <ac:spMk id="2" creationId="{1CC1C258-DA61-CE06-18BA-9E333B77CD89}"/>
          </ac:spMkLst>
        </pc:spChg>
        <pc:spChg chg="mod">
          <ac:chgData name="Mohammed Yaacoub Abou Chlih" userId="f9fa65fd-08a6-48e8-9861-c59543729fcb" providerId="ADAL" clId="{108CA2E5-32F7-4F0E-BAFC-1AD0641155F9}" dt="2026-10-17T06:14:09.619" v="3099" actId="255"/>
          <ac:spMkLst>
            <pc:docMk/>
            <pc:sldMk cId="3529912832" sldId="259"/>
            <ac:spMk id="3" creationId="{C4FED758-F01A-6719-6A5E-C04D6C3819FD}"/>
          </ac:spMkLst>
        </pc:spChg>
        <pc:picChg chg="add mod">
          <ac:chgData name="Mohammed Yaacoub Abou Chlih" userId="f9fa65fd-08a6-48e8-9861-c59543729fcb" providerId="ADAL" clId="{108CA2E5-32F7-4F0E-BAFC-1AD0641155F9}" dt="2026-10-17T06:13:27.896" v="3092" actId="1076"/>
          <ac:picMkLst>
            <pc:docMk/>
            <pc:sldMk cId="3529912832" sldId="259"/>
            <ac:picMk id="5" creationId="{96E485F8-25D2-747E-970F-92E1C627A373}"/>
          </ac:picMkLst>
        </pc:picChg>
        <pc:picChg chg="add mod">
          <ac:chgData name="Mohammed Yaacoub Abou Chlih" userId="f9fa65fd-08a6-48e8-9861-c59543729fcb" providerId="ADAL" clId="{108CA2E5-32F7-4F0E-BAFC-1AD0641155F9}" dt="2026-10-17T06:12:48.940" v="3082" actId="14100"/>
          <ac:picMkLst>
            <pc:docMk/>
            <pc:sldMk cId="3529912832" sldId="259"/>
            <ac:picMk id="7" creationId="{9414159F-151B-1B93-B0C8-5B177DDF5F55}"/>
          </ac:picMkLst>
        </pc:picChg>
        <pc:picChg chg="add mod">
          <ac:chgData name="Mohammed Yaacoub Abou Chlih" userId="f9fa65fd-08a6-48e8-9861-c59543729fcb" providerId="ADAL" clId="{108CA2E5-32F7-4F0E-BAFC-1AD0641155F9}" dt="2026-10-17T06:12:50.308" v="3084" actId="14100"/>
          <ac:picMkLst>
            <pc:docMk/>
            <pc:sldMk cId="3529912832" sldId="259"/>
            <ac:picMk id="9" creationId="{489B0C65-B9D2-DDE8-BFE4-AC167B0A1B8B}"/>
          </ac:picMkLst>
        </pc:picChg>
      </pc:sldChg>
      <pc:sldChg chg="modSp new mod">
        <pc:chgData name="Mohammed Yaacoub Abou Chlih" userId="f9fa65fd-08a6-48e8-9861-c59543729fcb" providerId="ADAL" clId="{108CA2E5-32F7-4F0E-BAFC-1AD0641155F9}" dt="2026-10-17T06:23:02.388" v="3590" actId="1076"/>
        <pc:sldMkLst>
          <pc:docMk/>
          <pc:sldMk cId="2018107854" sldId="261"/>
        </pc:sldMkLst>
        <pc:spChg chg="mod">
          <ac:chgData name="Mohammed Yaacoub Abou Chlih" userId="f9fa65fd-08a6-48e8-9861-c59543729fcb" providerId="ADAL" clId="{108CA2E5-32F7-4F0E-BAFC-1AD0641155F9}" dt="2026-10-17T06:21:19.781" v="3413" actId="255"/>
          <ac:spMkLst>
            <pc:docMk/>
            <pc:sldMk cId="2018107854" sldId="261"/>
            <ac:spMk id="2" creationId="{473F8412-FF87-8922-A7D1-CF637C01B60C}"/>
          </ac:spMkLst>
        </pc:spChg>
        <pc:spChg chg="mod">
          <ac:chgData name="Mohammed Yaacoub Abou Chlih" userId="f9fa65fd-08a6-48e8-9861-c59543729fcb" providerId="ADAL" clId="{108CA2E5-32F7-4F0E-BAFC-1AD0641155F9}" dt="2026-10-17T06:23:02.388" v="3590" actId="1076"/>
          <ac:spMkLst>
            <pc:docMk/>
            <pc:sldMk cId="2018107854" sldId="261"/>
            <ac:spMk id="3" creationId="{6F35F098-F109-8B0B-D1B4-9FF04FF865A0}"/>
          </ac:spMkLst>
        </pc:spChg>
      </pc:sldChg>
      <pc:sldChg chg="addSp modSp new mod">
        <pc:chgData name="Mohammed Yaacoub Abou Chlih" userId="f9fa65fd-08a6-48e8-9861-c59543729fcb" providerId="ADAL" clId="{108CA2E5-32F7-4F0E-BAFC-1AD0641155F9}" dt="2026-10-17T23:53:35.811" v="5874" actId="20577"/>
        <pc:sldMkLst>
          <pc:docMk/>
          <pc:sldMk cId="275511990" sldId="262"/>
        </pc:sldMkLst>
        <pc:spChg chg="mod">
          <ac:chgData name="Mohammed Yaacoub Abou Chlih" userId="f9fa65fd-08a6-48e8-9861-c59543729fcb" providerId="ADAL" clId="{108CA2E5-32F7-4F0E-BAFC-1AD0641155F9}" dt="2026-10-17T06:27:31.381" v="3678" actId="1076"/>
          <ac:spMkLst>
            <pc:docMk/>
            <pc:sldMk cId="275511990" sldId="262"/>
            <ac:spMk id="2" creationId="{845619C5-3AF5-3623-BCA4-8172629A421F}"/>
          </ac:spMkLst>
        </pc:spChg>
        <pc:spChg chg="mod">
          <ac:chgData name="Mohammed Yaacoub Abou Chlih" userId="f9fa65fd-08a6-48e8-9861-c59543729fcb" providerId="ADAL" clId="{108CA2E5-32F7-4F0E-BAFC-1AD0641155F9}" dt="2026-10-17T23:53:35.811" v="5874" actId="20577"/>
          <ac:spMkLst>
            <pc:docMk/>
            <pc:sldMk cId="275511990" sldId="262"/>
            <ac:spMk id="3" creationId="{04406D4A-0E30-3954-769F-A670A07E760D}"/>
          </ac:spMkLst>
        </pc:spChg>
        <pc:picChg chg="add mod">
          <ac:chgData name="Mohammed Yaacoub Abou Chlih" userId="f9fa65fd-08a6-48e8-9861-c59543729fcb" providerId="ADAL" clId="{108CA2E5-32F7-4F0E-BAFC-1AD0641155F9}" dt="2026-10-17T06:29:28.047" v="3860" actId="1076"/>
          <ac:picMkLst>
            <pc:docMk/>
            <pc:sldMk cId="275511990" sldId="262"/>
            <ac:picMk id="5" creationId="{DA5BFC3E-F725-9CF8-F99C-0983094DE42F}"/>
          </ac:picMkLst>
        </pc:picChg>
      </pc:sldChg>
      <pc:sldChg chg="addSp modSp new mod">
        <pc:chgData name="Mohammed Yaacoub Abou Chlih" userId="f9fa65fd-08a6-48e8-9861-c59543729fcb" providerId="ADAL" clId="{108CA2E5-32F7-4F0E-BAFC-1AD0641155F9}" dt="2026-10-17T23:52:57.190" v="5840" actId="20577"/>
        <pc:sldMkLst>
          <pc:docMk/>
          <pc:sldMk cId="337089890" sldId="263"/>
        </pc:sldMkLst>
        <pc:spChg chg="mod">
          <ac:chgData name="Mohammed Yaacoub Abou Chlih" userId="f9fa65fd-08a6-48e8-9861-c59543729fcb" providerId="ADAL" clId="{108CA2E5-32F7-4F0E-BAFC-1AD0641155F9}" dt="2026-10-17T06:30:45.681" v="3973" actId="122"/>
          <ac:spMkLst>
            <pc:docMk/>
            <pc:sldMk cId="337089890" sldId="263"/>
            <ac:spMk id="2" creationId="{99C9F08A-103A-E96A-16C4-2969D8C087B7}"/>
          </ac:spMkLst>
        </pc:spChg>
        <pc:spChg chg="mod">
          <ac:chgData name="Mohammed Yaacoub Abou Chlih" userId="f9fa65fd-08a6-48e8-9861-c59543729fcb" providerId="ADAL" clId="{108CA2E5-32F7-4F0E-BAFC-1AD0641155F9}" dt="2026-10-17T23:52:57.190" v="5840" actId="20577"/>
          <ac:spMkLst>
            <pc:docMk/>
            <pc:sldMk cId="337089890" sldId="263"/>
            <ac:spMk id="3" creationId="{DFF2BDF6-D690-9547-4343-0F66F8F0C903}"/>
          </ac:spMkLst>
        </pc:spChg>
        <pc:picChg chg="add mod">
          <ac:chgData name="Mohammed Yaacoub Abou Chlih" userId="f9fa65fd-08a6-48e8-9861-c59543729fcb" providerId="ADAL" clId="{108CA2E5-32F7-4F0E-BAFC-1AD0641155F9}" dt="2026-10-17T06:33:21.414" v="4172" actId="1076"/>
          <ac:picMkLst>
            <pc:docMk/>
            <pc:sldMk cId="337089890" sldId="263"/>
            <ac:picMk id="5" creationId="{DC058380-B26E-F345-4978-35110B51D16A}"/>
          </ac:picMkLst>
        </pc:picChg>
      </pc:sldChg>
      <pc:sldChg chg="addSp modSp new mod">
        <pc:chgData name="Mohammed Yaacoub Abou Chlih" userId="f9fa65fd-08a6-48e8-9861-c59543729fcb" providerId="ADAL" clId="{108CA2E5-32F7-4F0E-BAFC-1AD0641155F9}" dt="2026-10-17T06:36:24.929" v="4428" actId="14100"/>
        <pc:sldMkLst>
          <pc:docMk/>
          <pc:sldMk cId="2904426901" sldId="264"/>
        </pc:sldMkLst>
        <pc:spChg chg="mod">
          <ac:chgData name="Mohammed Yaacoub Abou Chlih" userId="f9fa65fd-08a6-48e8-9861-c59543729fcb" providerId="ADAL" clId="{108CA2E5-32F7-4F0E-BAFC-1AD0641155F9}" dt="2026-10-17T06:35:02.572" v="4261" actId="1076"/>
          <ac:spMkLst>
            <pc:docMk/>
            <pc:sldMk cId="2904426901" sldId="264"/>
            <ac:spMk id="2" creationId="{92EF7133-B07D-692B-B331-79C2203BA85B}"/>
          </ac:spMkLst>
        </pc:spChg>
        <pc:spChg chg="mod">
          <ac:chgData name="Mohammed Yaacoub Abou Chlih" userId="f9fa65fd-08a6-48e8-9861-c59543729fcb" providerId="ADAL" clId="{108CA2E5-32F7-4F0E-BAFC-1AD0641155F9}" dt="2026-10-17T06:35:58.219" v="4422" actId="1076"/>
          <ac:spMkLst>
            <pc:docMk/>
            <pc:sldMk cId="2904426901" sldId="264"/>
            <ac:spMk id="3" creationId="{70D5AB8A-5290-CEE8-7384-F2ACE9753DFA}"/>
          </ac:spMkLst>
        </pc:spChg>
        <pc:picChg chg="add mod">
          <ac:chgData name="Mohammed Yaacoub Abou Chlih" userId="f9fa65fd-08a6-48e8-9861-c59543729fcb" providerId="ADAL" clId="{108CA2E5-32F7-4F0E-BAFC-1AD0641155F9}" dt="2026-10-17T06:36:24.929" v="4428" actId="14100"/>
          <ac:picMkLst>
            <pc:docMk/>
            <pc:sldMk cId="2904426901" sldId="264"/>
            <ac:picMk id="5" creationId="{154086CC-5AAB-2CD0-B0A9-4D0448818960}"/>
          </ac:picMkLst>
        </pc:picChg>
      </pc:sldChg>
      <pc:sldChg chg="addSp modSp new mod">
        <pc:chgData name="Mohammed Yaacoub Abou Chlih" userId="f9fa65fd-08a6-48e8-9861-c59543729fcb" providerId="ADAL" clId="{108CA2E5-32F7-4F0E-BAFC-1AD0641155F9}" dt="2026-10-17T06:39:20.278" v="4647" actId="1076"/>
        <pc:sldMkLst>
          <pc:docMk/>
          <pc:sldMk cId="3615392554" sldId="265"/>
        </pc:sldMkLst>
        <pc:spChg chg="mod">
          <ac:chgData name="Mohammed Yaacoub Abou Chlih" userId="f9fa65fd-08a6-48e8-9861-c59543729fcb" providerId="ADAL" clId="{108CA2E5-32F7-4F0E-BAFC-1AD0641155F9}" dt="2026-10-17T06:37:02.289" v="4473" actId="122"/>
          <ac:spMkLst>
            <pc:docMk/>
            <pc:sldMk cId="3615392554" sldId="265"/>
            <ac:spMk id="2" creationId="{011F9270-68B7-0EE6-3BAC-48E838CA677D}"/>
          </ac:spMkLst>
        </pc:spChg>
        <pc:spChg chg="mod">
          <ac:chgData name="Mohammed Yaacoub Abou Chlih" userId="f9fa65fd-08a6-48e8-9861-c59543729fcb" providerId="ADAL" clId="{108CA2E5-32F7-4F0E-BAFC-1AD0641155F9}" dt="2026-10-17T06:38:23.535" v="4629" actId="1076"/>
          <ac:spMkLst>
            <pc:docMk/>
            <pc:sldMk cId="3615392554" sldId="265"/>
            <ac:spMk id="3" creationId="{4E196977-FE99-51D8-3633-EDCA7736B591}"/>
          </ac:spMkLst>
        </pc:spChg>
        <pc:picChg chg="add mod">
          <ac:chgData name="Mohammed Yaacoub Abou Chlih" userId="f9fa65fd-08a6-48e8-9861-c59543729fcb" providerId="ADAL" clId="{108CA2E5-32F7-4F0E-BAFC-1AD0641155F9}" dt="2026-10-17T06:39:18.593" v="4646" actId="1076"/>
          <ac:picMkLst>
            <pc:docMk/>
            <pc:sldMk cId="3615392554" sldId="265"/>
            <ac:picMk id="5" creationId="{EDF90CF4-29A2-ED8E-5BEC-85CFF476D32E}"/>
          </ac:picMkLst>
        </pc:picChg>
        <pc:picChg chg="add mod">
          <ac:chgData name="Mohammed Yaacoub Abou Chlih" userId="f9fa65fd-08a6-48e8-9861-c59543729fcb" providerId="ADAL" clId="{108CA2E5-32F7-4F0E-BAFC-1AD0641155F9}" dt="2026-10-17T06:39:20.278" v="4647" actId="1076"/>
          <ac:picMkLst>
            <pc:docMk/>
            <pc:sldMk cId="3615392554" sldId="265"/>
            <ac:picMk id="7" creationId="{FCF134C4-1A90-285B-75F7-160B6017C0EB}"/>
          </ac:picMkLst>
        </pc:picChg>
      </pc:sldChg>
      <pc:sldChg chg="addSp modSp new mod">
        <pc:chgData name="Mohammed Yaacoub Abou Chlih" userId="f9fa65fd-08a6-48e8-9861-c59543729fcb" providerId="ADAL" clId="{108CA2E5-32F7-4F0E-BAFC-1AD0641155F9}" dt="2026-10-17T07:39:12.004" v="5118" actId="1076"/>
        <pc:sldMkLst>
          <pc:docMk/>
          <pc:sldMk cId="2743440830" sldId="266"/>
        </pc:sldMkLst>
        <pc:spChg chg="mod">
          <ac:chgData name="Mohammed Yaacoub Abou Chlih" userId="f9fa65fd-08a6-48e8-9861-c59543729fcb" providerId="ADAL" clId="{108CA2E5-32F7-4F0E-BAFC-1AD0641155F9}" dt="2026-10-17T07:35:46.835" v="4930" actId="122"/>
          <ac:spMkLst>
            <pc:docMk/>
            <pc:sldMk cId="2743440830" sldId="266"/>
            <ac:spMk id="2" creationId="{5F59B6C5-69BD-66EF-98C6-BEB55FF0A916}"/>
          </ac:spMkLst>
        </pc:spChg>
        <pc:spChg chg="mod">
          <ac:chgData name="Mohammed Yaacoub Abou Chlih" userId="f9fa65fd-08a6-48e8-9861-c59543729fcb" providerId="ADAL" clId="{108CA2E5-32F7-4F0E-BAFC-1AD0641155F9}" dt="2026-10-17T07:37:12.173" v="5112" actId="1076"/>
          <ac:spMkLst>
            <pc:docMk/>
            <pc:sldMk cId="2743440830" sldId="266"/>
            <ac:spMk id="3" creationId="{63183AE2-CEA3-28CD-54EC-D20C20E2F6F5}"/>
          </ac:spMkLst>
        </pc:spChg>
        <pc:picChg chg="add mod">
          <ac:chgData name="Mohammed Yaacoub Abou Chlih" userId="f9fa65fd-08a6-48e8-9861-c59543729fcb" providerId="ADAL" clId="{108CA2E5-32F7-4F0E-BAFC-1AD0641155F9}" dt="2026-10-17T07:39:10.536" v="5117" actId="1076"/>
          <ac:picMkLst>
            <pc:docMk/>
            <pc:sldMk cId="2743440830" sldId="266"/>
            <ac:picMk id="5" creationId="{3D484171-1662-64B8-E9AA-5654BD78C7FB}"/>
          </ac:picMkLst>
        </pc:picChg>
        <pc:picChg chg="add mod">
          <ac:chgData name="Mohammed Yaacoub Abou Chlih" userId="f9fa65fd-08a6-48e8-9861-c59543729fcb" providerId="ADAL" clId="{108CA2E5-32F7-4F0E-BAFC-1AD0641155F9}" dt="2026-10-17T07:39:12.004" v="5118" actId="1076"/>
          <ac:picMkLst>
            <pc:docMk/>
            <pc:sldMk cId="2743440830" sldId="266"/>
            <ac:picMk id="7" creationId="{FDE4F314-2249-61FE-F306-9694E50679A3}"/>
          </ac:picMkLst>
        </pc:picChg>
      </pc:sldChg>
      <pc:sldChg chg="modSp new mod">
        <pc:chgData name="Mohammed Yaacoub Abou Chlih" userId="f9fa65fd-08a6-48e8-9861-c59543729fcb" providerId="ADAL" clId="{108CA2E5-32F7-4F0E-BAFC-1AD0641155F9}" dt="2026-10-17T12:11:50.225" v="5801" actId="1076"/>
        <pc:sldMkLst>
          <pc:docMk/>
          <pc:sldMk cId="1225714814" sldId="267"/>
        </pc:sldMkLst>
        <pc:spChg chg="mod">
          <ac:chgData name="Mohammed Yaacoub Abou Chlih" userId="f9fa65fd-08a6-48e8-9861-c59543729fcb" providerId="ADAL" clId="{108CA2E5-32F7-4F0E-BAFC-1AD0641155F9}" dt="2026-10-17T08:22:37.885" v="5510" actId="1076"/>
          <ac:spMkLst>
            <pc:docMk/>
            <pc:sldMk cId="1225714814" sldId="267"/>
            <ac:spMk id="2" creationId="{400286F4-1443-0FA7-E303-09CB7B76B5AD}"/>
          </ac:spMkLst>
        </pc:spChg>
        <pc:spChg chg="mod">
          <ac:chgData name="Mohammed Yaacoub Abou Chlih" userId="f9fa65fd-08a6-48e8-9861-c59543729fcb" providerId="ADAL" clId="{108CA2E5-32F7-4F0E-BAFC-1AD0641155F9}" dt="2026-10-17T12:11:50.225" v="5801" actId="1076"/>
          <ac:spMkLst>
            <pc:docMk/>
            <pc:sldMk cId="1225714814" sldId="267"/>
            <ac:spMk id="3" creationId="{E7809A7D-DF3B-E777-7CC5-EE802A4EF23C}"/>
          </ac:spMkLst>
        </pc:spChg>
      </pc:sldChg>
      <pc:sldChg chg="addSp modSp new mod">
        <pc:chgData name="Mohammed Yaacoub Abou Chlih" userId="f9fa65fd-08a6-48e8-9861-c59543729fcb" providerId="ADAL" clId="{108CA2E5-32F7-4F0E-BAFC-1AD0641155F9}" dt="2026-10-17T08:04:09.063" v="5452" actId="1076"/>
        <pc:sldMkLst>
          <pc:docMk/>
          <pc:sldMk cId="2728646784" sldId="273"/>
        </pc:sldMkLst>
        <pc:spChg chg="mod">
          <ac:chgData name="Mohammed Yaacoub Abou Chlih" userId="f9fa65fd-08a6-48e8-9861-c59543729fcb" providerId="ADAL" clId="{108CA2E5-32F7-4F0E-BAFC-1AD0641155F9}" dt="2026-10-17T07:44:20.747" v="5178" actId="1076"/>
          <ac:spMkLst>
            <pc:docMk/>
            <pc:sldMk cId="2728646784" sldId="273"/>
            <ac:spMk id="2" creationId="{BCA3CF7A-A4D8-B633-CF6B-94C970EED3F7}"/>
          </ac:spMkLst>
        </pc:spChg>
        <pc:spChg chg="mod">
          <ac:chgData name="Mohammed Yaacoub Abou Chlih" userId="f9fa65fd-08a6-48e8-9861-c59543729fcb" providerId="ADAL" clId="{108CA2E5-32F7-4F0E-BAFC-1AD0641155F9}" dt="2026-10-17T08:04:09.063" v="5452" actId="1076"/>
          <ac:spMkLst>
            <pc:docMk/>
            <pc:sldMk cId="2728646784" sldId="273"/>
            <ac:spMk id="3" creationId="{91746E85-89F6-7350-015A-D26FDC47BBB9}"/>
          </ac:spMkLst>
        </pc:spChg>
        <pc:picChg chg="add mod">
          <ac:chgData name="Mohammed Yaacoub Abou Chlih" userId="f9fa65fd-08a6-48e8-9861-c59543729fcb" providerId="ADAL" clId="{108CA2E5-32F7-4F0E-BAFC-1AD0641155F9}" dt="2026-10-17T08:03:34.559" v="5443" actId="14100"/>
          <ac:picMkLst>
            <pc:docMk/>
            <pc:sldMk cId="2728646784" sldId="273"/>
            <ac:picMk id="5" creationId="{2BFD4B06-ABDC-5ADE-BD4C-FE1567ECCBEC}"/>
          </ac:picMkLst>
        </pc:picChg>
        <pc:picChg chg="add mod">
          <ac:chgData name="Mohammed Yaacoub Abou Chlih" userId="f9fa65fd-08a6-48e8-9861-c59543729fcb" providerId="ADAL" clId="{108CA2E5-32F7-4F0E-BAFC-1AD0641155F9}" dt="2026-10-17T08:03:26.759" v="5441" actId="14100"/>
          <ac:picMkLst>
            <pc:docMk/>
            <pc:sldMk cId="2728646784" sldId="273"/>
            <ac:picMk id="7" creationId="{71083122-52D0-A097-F26D-86A31BCDBC87}"/>
          </ac:picMkLst>
        </pc:picChg>
      </pc:sldChg>
      <pc:sldChg chg="addSp delSp modSp new mod">
        <pc:chgData name="Mohammed Yaacoub Abou Chlih" userId="f9fa65fd-08a6-48e8-9861-c59543729fcb" providerId="ADAL" clId="{108CA2E5-32F7-4F0E-BAFC-1AD0641155F9}" dt="2026-10-17T06:20:23.206" v="3355" actId="14100"/>
        <pc:sldMkLst>
          <pc:docMk/>
          <pc:sldMk cId="2345468999" sldId="274"/>
        </pc:sldMkLst>
        <pc:spChg chg="mod">
          <ac:chgData name="Mohammed Yaacoub Abou Chlih" userId="f9fa65fd-08a6-48e8-9861-c59543729fcb" providerId="ADAL" clId="{108CA2E5-32F7-4F0E-BAFC-1AD0641155F9}" dt="2026-10-17T06:20:23.206" v="3355" actId="14100"/>
          <ac:spMkLst>
            <pc:docMk/>
            <pc:sldMk cId="2345468999" sldId="274"/>
            <ac:spMk id="2" creationId="{30103304-3650-02D3-67ED-75E8B44FFA33}"/>
          </ac:spMkLst>
        </pc:spChg>
        <pc:spChg chg="mod">
          <ac:chgData name="Mohammed Yaacoub Abou Chlih" userId="f9fa65fd-08a6-48e8-9861-c59543729fcb" providerId="ADAL" clId="{108CA2E5-32F7-4F0E-BAFC-1AD0641155F9}" dt="2026-10-17T06:20:20.248" v="3354" actId="14100"/>
          <ac:spMkLst>
            <pc:docMk/>
            <pc:sldMk cId="2345468999" sldId="274"/>
            <ac:spMk id="3" creationId="{71B92DE7-7F9A-C06E-C0DA-0171EDB360CA}"/>
          </ac:spMkLst>
        </pc:spChg>
        <pc:spChg chg="add del mod">
          <ac:chgData name="Mohammed Yaacoub Abou Chlih" userId="f9fa65fd-08a6-48e8-9861-c59543729fcb" providerId="ADAL" clId="{108CA2E5-32F7-4F0E-BAFC-1AD0641155F9}" dt="2026-10-17T06:18:05.444" v="3328"/>
          <ac:spMkLst>
            <pc:docMk/>
            <pc:sldMk cId="2345468999" sldId="274"/>
            <ac:spMk id="4" creationId="{72D86646-AA79-D3FE-62CC-2BED873F3C1F}"/>
          </ac:spMkLst>
        </pc:spChg>
        <pc:picChg chg="add mod">
          <ac:chgData name="Mohammed Yaacoub Abou Chlih" userId="f9fa65fd-08a6-48e8-9861-c59543729fcb" providerId="ADAL" clId="{108CA2E5-32F7-4F0E-BAFC-1AD0641155F9}" dt="2026-10-17T06:20:07.441" v="3353" actId="1076"/>
          <ac:picMkLst>
            <pc:docMk/>
            <pc:sldMk cId="2345468999" sldId="274"/>
            <ac:picMk id="6" creationId="{CA7E5330-C0A1-117E-796B-49159AE07F83}"/>
          </ac:picMkLst>
        </pc:picChg>
        <pc:picChg chg="add mod">
          <ac:chgData name="Mohammed Yaacoub Abou Chlih" userId="f9fa65fd-08a6-48e8-9861-c59543729fcb" providerId="ADAL" clId="{108CA2E5-32F7-4F0E-BAFC-1AD0641155F9}" dt="2026-10-17T06:20:04.332" v="3352" actId="14100"/>
          <ac:picMkLst>
            <pc:docMk/>
            <pc:sldMk cId="2345468999" sldId="274"/>
            <ac:picMk id="8" creationId="{1CC3706C-C980-F1E5-6196-F2BA13F537C1}"/>
          </ac:picMkLst>
        </pc:picChg>
      </pc:sldChg>
      <pc:sldChg chg="addSp modSp new mod">
        <pc:chgData name="Mohammed Yaacoub Abou Chlih" userId="f9fa65fd-08a6-48e8-9861-c59543729fcb" providerId="ADAL" clId="{108CA2E5-32F7-4F0E-BAFC-1AD0641155F9}" dt="2026-10-17T23:54:11.167" v="5962" actId="14100"/>
        <pc:sldMkLst>
          <pc:docMk/>
          <pc:sldMk cId="1456931218" sldId="275"/>
        </pc:sldMkLst>
        <pc:spChg chg="mod">
          <ac:chgData name="Mohammed Yaacoub Abou Chlih" userId="f9fa65fd-08a6-48e8-9861-c59543729fcb" providerId="ADAL" clId="{108CA2E5-32F7-4F0E-BAFC-1AD0641155F9}" dt="2026-10-17T23:54:03.938" v="5961" actId="20577"/>
          <ac:spMkLst>
            <pc:docMk/>
            <pc:sldMk cId="1456931218" sldId="275"/>
            <ac:spMk id="2" creationId="{C77812CA-7453-1B14-A503-552972C76B4D}"/>
          </ac:spMkLst>
        </pc:spChg>
        <pc:spChg chg="mod">
          <ac:chgData name="Mohammed Yaacoub Abou Chlih" userId="f9fa65fd-08a6-48e8-9861-c59543729fcb" providerId="ADAL" clId="{108CA2E5-32F7-4F0E-BAFC-1AD0641155F9}" dt="2026-10-17T07:10:56.747" v="4851" actId="14100"/>
          <ac:spMkLst>
            <pc:docMk/>
            <pc:sldMk cId="1456931218" sldId="275"/>
            <ac:spMk id="3" creationId="{EBBCD23E-24F4-B122-338E-8999BE386DE0}"/>
          </ac:spMkLst>
        </pc:spChg>
        <pc:picChg chg="add mod">
          <ac:chgData name="Mohammed Yaacoub Abou Chlih" userId="f9fa65fd-08a6-48e8-9861-c59543729fcb" providerId="ADAL" clId="{108CA2E5-32F7-4F0E-BAFC-1AD0641155F9}" dt="2026-10-17T23:54:11.167" v="5962" actId="14100"/>
          <ac:picMkLst>
            <pc:docMk/>
            <pc:sldMk cId="1456931218" sldId="275"/>
            <ac:picMk id="5" creationId="{63B28740-E830-5BC0-7106-90ADFADB88C4}"/>
          </ac:picMkLst>
        </pc:picChg>
      </pc:sldChg>
      <pc:sldChg chg="modSp new mod">
        <pc:chgData name="Mohammed Yaacoub Abou Chlih" userId="f9fa65fd-08a6-48e8-9861-c59543729fcb" providerId="ADAL" clId="{108CA2E5-32F7-4F0E-BAFC-1AD0641155F9}" dt="2026-10-17T06:03:51.158" v="2669" actId="14100"/>
        <pc:sldMkLst>
          <pc:docMk/>
          <pc:sldMk cId="1425195278" sldId="276"/>
        </pc:sldMkLst>
        <pc:spChg chg="mod">
          <ac:chgData name="Mohammed Yaacoub Abou Chlih" userId="f9fa65fd-08a6-48e8-9861-c59543729fcb" providerId="ADAL" clId="{108CA2E5-32F7-4F0E-BAFC-1AD0641155F9}" dt="2026-10-17T06:02:26.652" v="2443" actId="1076"/>
          <ac:spMkLst>
            <pc:docMk/>
            <pc:sldMk cId="1425195278" sldId="276"/>
            <ac:spMk id="2" creationId="{901F287D-D20F-28CB-2908-61A31C4BD75A}"/>
          </ac:spMkLst>
        </pc:spChg>
        <pc:spChg chg="mod">
          <ac:chgData name="Mohammed Yaacoub Abou Chlih" userId="f9fa65fd-08a6-48e8-9861-c59543729fcb" providerId="ADAL" clId="{108CA2E5-32F7-4F0E-BAFC-1AD0641155F9}" dt="2026-10-17T06:03:51.158" v="2669" actId="14100"/>
          <ac:spMkLst>
            <pc:docMk/>
            <pc:sldMk cId="1425195278" sldId="276"/>
            <ac:spMk id="3" creationId="{9BB9D93B-CCC1-1CED-520A-2F8BD38D1FA4}"/>
          </ac:spMkLst>
        </pc:spChg>
      </pc:sldChg>
      <pc:sldChg chg="addSp delSp modSp new mod setBg">
        <pc:chgData name="Mohammed Yaacoub Abou Chlih" userId="f9fa65fd-08a6-48e8-9861-c59543729fcb" providerId="ADAL" clId="{108CA2E5-32F7-4F0E-BAFC-1AD0641155F9}" dt="2026-10-18T00:00:20.548" v="6034" actId="14100"/>
        <pc:sldMkLst>
          <pc:docMk/>
          <pc:sldMk cId="1925779827" sldId="277"/>
        </pc:sldMkLst>
        <pc:spChg chg="mod">
          <ac:chgData name="Mohammed Yaacoub Abou Chlih" userId="f9fa65fd-08a6-48e8-9861-c59543729fcb" providerId="ADAL" clId="{108CA2E5-32F7-4F0E-BAFC-1AD0641155F9}" dt="2026-10-17T23:57:38.369" v="5997" actId="26606"/>
          <ac:spMkLst>
            <pc:docMk/>
            <pc:sldMk cId="1925779827" sldId="277"/>
            <ac:spMk id="2" creationId="{7BFB739B-9A7B-39A4-36F4-2B59215EF4DD}"/>
          </ac:spMkLst>
        </pc:spChg>
        <pc:spChg chg="del mod">
          <ac:chgData name="Mohammed Yaacoub Abou Chlih" userId="f9fa65fd-08a6-48e8-9861-c59543729fcb" providerId="ADAL" clId="{108CA2E5-32F7-4F0E-BAFC-1AD0641155F9}" dt="2026-10-17T23:49:20.851" v="5836"/>
          <ac:spMkLst>
            <pc:docMk/>
            <pc:sldMk cId="1925779827" sldId="277"/>
            <ac:spMk id="3" creationId="{82940170-B399-6414-8418-E51823C30864}"/>
          </ac:spMkLst>
        </pc:spChg>
        <pc:spChg chg="add">
          <ac:chgData name="Mohammed Yaacoub Abou Chlih" userId="f9fa65fd-08a6-48e8-9861-c59543729fcb" providerId="ADAL" clId="{108CA2E5-32F7-4F0E-BAFC-1AD0641155F9}" dt="2026-10-17T23:57:38.369" v="5997" actId="26606"/>
          <ac:spMkLst>
            <pc:docMk/>
            <pc:sldMk cId="1925779827" sldId="277"/>
            <ac:spMk id="17" creationId="{33E72FA3-BD00-444A-AD9B-E6C3D069CDE3}"/>
          </ac:spMkLst>
        </pc:spChg>
        <pc:spChg chg="add del">
          <ac:chgData name="Mohammed Yaacoub Abou Chlih" userId="f9fa65fd-08a6-48e8-9861-c59543729fcb" providerId="ADAL" clId="{108CA2E5-32F7-4F0E-BAFC-1AD0641155F9}" dt="2026-10-17T23:55:19.390" v="5972" actId="26606"/>
          <ac:spMkLst>
            <pc:docMk/>
            <pc:sldMk cId="1925779827" sldId="277"/>
            <ac:spMk id="20" creationId="{33E72FA3-BD00-444A-AD9B-E6C3D069CDE3}"/>
          </ac:spMkLst>
        </pc:spChg>
        <pc:spChg chg="add del">
          <ac:chgData name="Mohammed Yaacoub Abou Chlih" userId="f9fa65fd-08a6-48e8-9861-c59543729fcb" providerId="ADAL" clId="{108CA2E5-32F7-4F0E-BAFC-1AD0641155F9}" dt="2026-10-17T23:55:47.784" v="5974" actId="26606"/>
          <ac:spMkLst>
            <pc:docMk/>
            <pc:sldMk cId="1925779827" sldId="277"/>
            <ac:spMk id="22" creationId="{72018E1B-E0B9-4440-AFF3-4112E50A2763}"/>
          </ac:spMkLst>
        </pc:spChg>
        <pc:picChg chg="add mod ord">
          <ac:chgData name="Mohammed Yaacoub Abou Chlih" userId="f9fa65fd-08a6-48e8-9861-c59543729fcb" providerId="ADAL" clId="{108CA2E5-32F7-4F0E-BAFC-1AD0641155F9}" dt="2026-10-18T00:00:20.548" v="6034" actId="14100"/>
          <ac:picMkLst>
            <pc:docMk/>
            <pc:sldMk cId="1925779827" sldId="277"/>
            <ac:picMk id="5" creationId="{200FD328-47C4-8A18-6351-FA57BA594C65}"/>
          </ac:picMkLst>
        </pc:picChg>
        <pc:picChg chg="add mod ord">
          <ac:chgData name="Mohammed Yaacoub Abou Chlih" userId="f9fa65fd-08a6-48e8-9861-c59543729fcb" providerId="ADAL" clId="{108CA2E5-32F7-4F0E-BAFC-1AD0641155F9}" dt="2026-10-17T23:59:19.868" v="6018" actId="14100"/>
          <ac:picMkLst>
            <pc:docMk/>
            <pc:sldMk cId="1925779827" sldId="277"/>
            <ac:picMk id="7" creationId="{CBED811D-3AFE-B152-7311-15F5AA807210}"/>
          </ac:picMkLst>
        </pc:picChg>
        <pc:picChg chg="add mod ord">
          <ac:chgData name="Mohammed Yaacoub Abou Chlih" userId="f9fa65fd-08a6-48e8-9861-c59543729fcb" providerId="ADAL" clId="{108CA2E5-32F7-4F0E-BAFC-1AD0641155F9}" dt="2026-10-17T23:59:14.626" v="6016" actId="14100"/>
          <ac:picMkLst>
            <pc:docMk/>
            <pc:sldMk cId="1925779827" sldId="277"/>
            <ac:picMk id="9" creationId="{06B10F5D-D529-8CD8-01D6-4426905B2748}"/>
          </ac:picMkLst>
        </pc:picChg>
        <pc:picChg chg="add mod ord">
          <ac:chgData name="Mohammed Yaacoub Abou Chlih" userId="f9fa65fd-08a6-48e8-9861-c59543729fcb" providerId="ADAL" clId="{108CA2E5-32F7-4F0E-BAFC-1AD0641155F9}" dt="2026-10-18T00:00:08.232" v="6030" actId="14100"/>
          <ac:picMkLst>
            <pc:docMk/>
            <pc:sldMk cId="1925779827" sldId="277"/>
            <ac:picMk id="11" creationId="{14E28A4A-B546-3F2B-9339-FA7AC51766B5}"/>
          </ac:picMkLst>
        </pc:picChg>
        <pc:picChg chg="add mod ord">
          <ac:chgData name="Mohammed Yaacoub Abou Chlih" userId="f9fa65fd-08a6-48e8-9861-c59543729fcb" providerId="ADAL" clId="{108CA2E5-32F7-4F0E-BAFC-1AD0641155F9}" dt="2026-10-17T23:59:26.828" v="6020" actId="14100"/>
          <ac:picMkLst>
            <pc:docMk/>
            <pc:sldMk cId="1925779827" sldId="277"/>
            <ac:picMk id="13" creationId="{F27BD065-B906-6D8A-13FE-7F1AD24CEB05}"/>
          </ac:picMkLst>
        </pc:picChg>
        <pc:picChg chg="add mod">
          <ac:chgData name="Mohammed Yaacoub Abou Chlih" userId="f9fa65fd-08a6-48e8-9861-c59543729fcb" providerId="ADAL" clId="{108CA2E5-32F7-4F0E-BAFC-1AD0641155F9}" dt="2026-10-17T23:59:45.400" v="6025" actId="14100"/>
          <ac:picMkLst>
            <pc:docMk/>
            <pc:sldMk cId="1925779827" sldId="277"/>
            <ac:picMk id="15" creationId="{4B367304-31A7-275A-A799-F465996DEE44}"/>
          </ac:picMkLst>
        </pc:picChg>
      </pc:sldChg>
      <pc:sldChg chg="addSp delSp modSp new mod modAnim">
        <pc:chgData name="Mohammed Yaacoub Abou Chlih" userId="f9fa65fd-08a6-48e8-9861-c59543729fcb" providerId="ADAL" clId="{108CA2E5-32F7-4F0E-BAFC-1AD0641155F9}" dt="2026-10-18T00:15:59.339" v="6424" actId="20577"/>
        <pc:sldMkLst>
          <pc:docMk/>
          <pc:sldMk cId="1546575540" sldId="278"/>
        </pc:sldMkLst>
        <pc:spChg chg="mod">
          <ac:chgData name="Mohammed Yaacoub Abou Chlih" userId="f9fa65fd-08a6-48e8-9861-c59543729fcb" providerId="ADAL" clId="{108CA2E5-32F7-4F0E-BAFC-1AD0641155F9}" dt="2026-10-18T00:10:40.270" v="6181" actId="1076"/>
          <ac:spMkLst>
            <pc:docMk/>
            <pc:sldMk cId="1546575540" sldId="278"/>
            <ac:spMk id="2" creationId="{097BE3E0-0E24-78A4-A98E-E095D6064F04}"/>
          </ac:spMkLst>
        </pc:spChg>
        <pc:spChg chg="del mod">
          <ac:chgData name="Mohammed Yaacoub Abou Chlih" userId="f9fa65fd-08a6-48e8-9861-c59543729fcb" providerId="ADAL" clId="{108CA2E5-32F7-4F0E-BAFC-1AD0641155F9}" dt="2026-10-18T00:10:15.218" v="6177"/>
          <ac:spMkLst>
            <pc:docMk/>
            <pc:sldMk cId="1546575540" sldId="278"/>
            <ac:spMk id="3" creationId="{4C3989F1-00CE-269F-BE14-6D694F56CD25}"/>
          </ac:spMkLst>
        </pc:spChg>
        <pc:spChg chg="add mod">
          <ac:chgData name="Mohammed Yaacoub Abou Chlih" userId="f9fa65fd-08a6-48e8-9861-c59543729fcb" providerId="ADAL" clId="{108CA2E5-32F7-4F0E-BAFC-1AD0641155F9}" dt="2026-10-18T00:13:07.056" v="6312" actId="1076"/>
          <ac:spMkLst>
            <pc:docMk/>
            <pc:sldMk cId="1546575540" sldId="278"/>
            <ac:spMk id="5" creationId="{FA777D8B-B7D2-7A29-8A9F-2049BFEEDFC7}"/>
          </ac:spMkLst>
        </pc:spChg>
        <pc:spChg chg="add mod">
          <ac:chgData name="Mohammed Yaacoub Abou Chlih" userId="f9fa65fd-08a6-48e8-9861-c59543729fcb" providerId="ADAL" clId="{108CA2E5-32F7-4F0E-BAFC-1AD0641155F9}" dt="2026-10-18T00:15:59.339" v="6424" actId="20577"/>
          <ac:spMkLst>
            <pc:docMk/>
            <pc:sldMk cId="1546575540" sldId="278"/>
            <ac:spMk id="6" creationId="{52F2E35F-711F-9391-E097-D041FF5FE7D2}"/>
          </ac:spMkLst>
        </pc:spChg>
        <pc:picChg chg="add mod">
          <ac:chgData name="Mohammed Yaacoub Abou Chlih" userId="f9fa65fd-08a6-48e8-9861-c59543729fcb" providerId="ADAL" clId="{108CA2E5-32F7-4F0E-BAFC-1AD0641155F9}" dt="2026-10-18T00:11:02.244" v="6185" actId="1076"/>
          <ac:picMkLst>
            <pc:docMk/>
            <pc:sldMk cId="1546575540" sldId="278"/>
            <ac:picMk id="4" creationId="{070DFE88-5BD9-2E78-CCB6-9590B3941B8E}"/>
          </ac:picMkLst>
        </pc:picChg>
      </pc:sldChg>
      <pc:sldMasterChg chg="setBg">
        <pc:chgData name="Mohammed Yaacoub Abou Chlih" userId="f9fa65fd-08a6-48e8-9861-c59543729fcb" providerId="ADAL" clId="{108CA2E5-32F7-4F0E-BAFC-1AD0641155F9}" dt="2026-10-17T05:58:33.581" v="2341"/>
        <pc:sldMasterMkLst>
          <pc:docMk/>
          <pc:sldMasterMk cId="3767015808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3FD2-B73B-BF02-2516-A91F6C22C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91BBB-9B15-6EC4-F613-C8C7B351F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6B9FF-9AF2-935D-8C94-42BAF90DA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838D2-1F29-BF0F-1280-C0F3190D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2C71E-7320-29A6-BCCF-54281769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7148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2935-BB3D-1DFB-671E-667815A0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974F9-3D04-F3C4-F764-1DC593110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B6754-1FDC-7644-13EE-01DED2C1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B885E-75D3-0591-F376-40EA486F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62592-90AF-3A8C-C7F5-F956328F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712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2BD-9E3E-154D-351A-A77F34FE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B20F9-A51D-B1A5-96D9-3DF31098E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7C74A-C3B6-7CED-296E-29567648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1A09F-44BE-564E-AAF8-F627C3EA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67E12-B425-EC2E-6569-CC1FAA3F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2077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F746-2B27-BCF0-0A5B-3841FF6C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AB38E-CAB4-B071-3799-0C7DA7D85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BAF89-87BE-F573-15E2-2076F1A41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562E1-C6E6-B7D3-D196-E837F4A7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78F00-949A-4267-7F1F-5F8B102B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9FEAA-5AC1-75F9-1A6D-31C426D6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678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2978-3B61-7DD9-B5DC-965731FB5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0298C-DE33-C8B6-6FC6-267DC4DF5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F4F7F-06D3-2290-3CD0-E7BF02BC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6CFB1-1067-3783-6668-E97CE9AF1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844DB-6788-5F16-1506-08F5C69C1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41453-262B-130F-C972-696A5FC6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4BD3B-907A-E8BB-E566-1BAB048B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0F602-74FC-10CD-0DEA-A3E8DE04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579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4C99-D094-CF59-EE0E-3E9E3F20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A95F5-4102-6880-E007-F2AA1529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5C345-8F8B-C214-2CAB-3EBE5F53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9DBF8-DF4E-AACC-D0EB-D417E31C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9881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F5709-6418-EA6F-7E6C-BFAEEF7C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2AEA3-A340-DADB-49E6-40E7B5CD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B7C0-C6D9-BB0E-7A3F-06E95A5F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13601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E0FE-8D25-4201-44EE-4C3B938E5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9C73F-890A-6BA4-91B8-3E15CD4EC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A0498-C63A-BD5F-855F-5BF67FE53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41884-7D07-BC9F-18FC-F5DDC464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8BE68-D4FF-CEF9-450B-373DD0A8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F9161-B43A-BA0B-FE26-8DCE0B2E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044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C2C7-AA68-13DD-0885-4C8C29F7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88D0D3-6531-68B9-7668-3BF423F129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387A5-6759-A9D0-3552-DBBAC4F74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FB0F2-A16B-ADFF-13CD-016C6EEF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3E95B-28CE-E387-1BEA-735B4D39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1BA9B-5876-7FBE-D526-0E0953E4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09537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CB31-D3A7-7014-209F-D841297A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DF174-CA19-60FA-9D23-1E43F3732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F69E-A6B5-C1F8-87EE-D6247717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5993-6C7D-4273-E54A-68E36107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A17B0-CE30-5981-AC28-8FF554DB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499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01D9E4-E259-6EBD-1B4F-C5E6737FB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61A2A-791A-B0B6-38F7-AC4A325A9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6E0E0-3FA4-0D09-D498-D064CDCF5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7D60A-1301-BC9B-C59D-9EECCE8A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EE9AC-4882-B314-8365-834BCEE7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4538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56AEA-8060-3370-4EB5-25950CE4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957EE-C150-F630-FF16-CEAD10060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460F1-47D5-7291-28CE-0E1BA1A4A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064C4-B4D0-4C37-AC6D-6B704DABAF73}" type="datetimeFigureOut">
              <a:rPr lang="en-NZ" smtClean="0"/>
              <a:t>18/10/2026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678A8-B285-108F-6A76-8065AB75E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08E7-23E5-2B45-60E3-D07992989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49367-DDF0-459A-8070-7EE04574B4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7015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xplosiveSalad/Quality-Assured-Visio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0E1C52-BC91-6372-63C8-E495FB61E4A2}"/>
              </a:ext>
            </a:extLst>
          </p:cNvPr>
          <p:cNvSpPr txBox="1">
            <a:spLocks/>
          </p:cNvSpPr>
          <p:nvPr/>
        </p:nvSpPr>
        <p:spPr>
          <a:xfrm>
            <a:off x="1411209" y="2136618"/>
            <a:ext cx="9368652" cy="40695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700" b="1" kern="1200" dirty="0">
                <a:latin typeface="+mj-lt"/>
                <a:ea typeface="+mj-ea"/>
                <a:cs typeface="+mj-cs"/>
              </a:rPr>
              <a:t>Quality Assured Vision</a:t>
            </a:r>
          </a:p>
          <a:p>
            <a:pPr algn="ctr">
              <a:spcAft>
                <a:spcPts val="600"/>
              </a:spcAft>
            </a:pPr>
            <a:endParaRPr lang="en-US" sz="3700" b="1" dirty="0"/>
          </a:p>
          <a:p>
            <a:pPr algn="ctr">
              <a:spcAft>
                <a:spcPts val="600"/>
              </a:spcAft>
            </a:pPr>
            <a:endParaRPr lang="en-US" sz="3700" b="1" dirty="0"/>
          </a:p>
          <a:p>
            <a:pPr algn="ctr"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 algn="ctr"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 algn="ctr">
              <a:spcAft>
                <a:spcPts val="600"/>
              </a:spcAft>
            </a:pPr>
            <a:r>
              <a:rPr lang="en-US" sz="2400" b="1" kern="1200" dirty="0">
                <a:latin typeface="+mj-lt"/>
                <a:ea typeface="+mj-ea"/>
                <a:cs typeface="+mj-cs"/>
              </a:rPr>
              <a:t>Matty </a:t>
            </a:r>
            <a:r>
              <a:rPr lang="en-US" sz="2400" b="1" kern="1200" dirty="0" err="1">
                <a:latin typeface="+mj-lt"/>
                <a:ea typeface="+mj-ea"/>
                <a:cs typeface="+mj-cs"/>
              </a:rPr>
              <a:t>Luriz</a:t>
            </a:r>
            <a:r>
              <a:rPr lang="en-US" sz="2400" b="1" kern="1200" dirty="0">
                <a:latin typeface="+mj-lt"/>
                <a:ea typeface="+mj-ea"/>
                <a:cs typeface="+mj-cs"/>
              </a:rPr>
              <a:t> (23206450) </a:t>
            </a:r>
            <a:endParaRPr lang="en-US" sz="2400" b="1" dirty="0"/>
          </a:p>
          <a:p>
            <a:pPr algn="ctr">
              <a:spcAft>
                <a:spcPts val="600"/>
              </a:spcAft>
            </a:pPr>
            <a:r>
              <a:rPr lang="en-US" sz="2400" b="1" kern="1200" dirty="0">
                <a:latin typeface="+mj-lt"/>
                <a:ea typeface="+mj-ea"/>
                <a:cs typeface="+mj-cs"/>
              </a:rPr>
              <a:t>Mohammed Yaacoub Abou Chlih (21138726)</a:t>
            </a:r>
          </a:p>
          <a:p>
            <a:pPr algn="ctr">
              <a:spcAft>
                <a:spcPts val="600"/>
              </a:spcAft>
            </a:pPr>
            <a:r>
              <a:rPr lang="en-US" sz="2400" b="1" dirty="0"/>
              <a:t>GitHub: </a:t>
            </a:r>
            <a:r>
              <a:rPr lang="en-US" sz="2400" b="1" dirty="0">
                <a:hlinkClick r:id="rId2"/>
              </a:rPr>
              <a:t>https://github.com/ExplosiveSalad/Quality-Assured-Vision</a:t>
            </a:r>
            <a:r>
              <a:rPr lang="en-US" sz="2400" b="1" dirty="0"/>
              <a:t> </a:t>
            </a:r>
            <a:endParaRPr lang="en-US" sz="24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87883-2D1A-4774-7BEF-3A6AE13DE196}"/>
              </a:ext>
            </a:extLst>
          </p:cNvPr>
          <p:cNvSpPr txBox="1"/>
          <p:nvPr/>
        </p:nvSpPr>
        <p:spPr>
          <a:xfrm>
            <a:off x="0" y="0"/>
            <a:ext cx="1219107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100" b="1" kern="1200" dirty="0">
                <a:latin typeface="+mj-lt"/>
                <a:ea typeface="+mj-ea"/>
                <a:cs typeface="+mj-cs"/>
              </a:rPr>
              <a:t>Testing real-time requirements in embedded CV systems</a:t>
            </a:r>
          </a:p>
        </p:txBody>
      </p:sp>
    </p:spTree>
    <p:extLst>
      <p:ext uri="{BB962C8B-B14F-4D97-AF65-F5344CB8AC3E}">
        <p14:creationId xmlns:p14="http://schemas.microsoft.com/office/powerpoint/2010/main" val="128226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287D-D20F-28CB-2908-61A31C4B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729" y="18255"/>
            <a:ext cx="10632541" cy="1325563"/>
          </a:xfrm>
        </p:spPr>
        <p:txBody>
          <a:bodyPr/>
          <a:lstStyle/>
          <a:p>
            <a:r>
              <a:rPr lang="en-NZ" dirty="0"/>
              <a:t>Accurate detection isn’t enough if it arrives 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D93B-CCC1-1CED-520A-2F8BD38D1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6571"/>
            <a:ext cx="7346134" cy="2719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/>
              <a:t>Problem: CV systems get tested for accuracy, not latency, frame rate or load.</a:t>
            </a:r>
          </a:p>
          <a:p>
            <a:pPr marL="0" indent="0">
              <a:buNone/>
            </a:pPr>
            <a:r>
              <a:rPr lang="en-NZ" dirty="0"/>
              <a:t>Stakeholders: Developers, QA Engineers, End Users, Safety reviewers.</a:t>
            </a:r>
          </a:p>
          <a:p>
            <a:pPr marL="0" indent="0">
              <a:buNone/>
            </a:pPr>
            <a:r>
              <a:rPr lang="en-NZ" dirty="0"/>
              <a:t>Scope: Software-simulated pipeline, no physical hardware.</a:t>
            </a:r>
          </a:p>
        </p:txBody>
      </p:sp>
    </p:spTree>
    <p:extLst>
      <p:ext uri="{BB962C8B-B14F-4D97-AF65-F5344CB8AC3E}">
        <p14:creationId xmlns:p14="http://schemas.microsoft.com/office/powerpoint/2010/main" val="142519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C258-DA61-CE06-18BA-9E333B77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238"/>
            <a:ext cx="9588982" cy="1325563"/>
          </a:xfrm>
        </p:spPr>
        <p:txBody>
          <a:bodyPr>
            <a:normAutofit/>
          </a:bodyPr>
          <a:lstStyle/>
          <a:p>
            <a:r>
              <a:rPr lang="en-NZ" sz="4000" dirty="0"/>
              <a:t>20 requirements, with measurable 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D758-F01A-6719-6A5E-C04D6C381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7929"/>
            <a:ext cx="10094614" cy="4738138"/>
          </a:xfrm>
        </p:spPr>
        <p:txBody>
          <a:bodyPr>
            <a:normAutofit/>
          </a:bodyPr>
          <a:lstStyle/>
          <a:p>
            <a:r>
              <a:rPr lang="en-NZ" sz="2400" dirty="0"/>
              <a:t>11 Functional Requirements, 9 Non-Functional Requirements.</a:t>
            </a:r>
          </a:p>
          <a:p>
            <a:pPr marL="0" indent="0">
              <a:buNone/>
            </a:pPr>
            <a:endParaRPr lang="en-NZ" sz="2400" dirty="0"/>
          </a:p>
          <a:p>
            <a:r>
              <a:rPr lang="en-NZ" sz="2400" dirty="0"/>
              <a:t>NFR-01 under 100ms</a:t>
            </a:r>
          </a:p>
          <a:p>
            <a:pPr marL="0" indent="0">
              <a:buNone/>
            </a:pPr>
            <a:endParaRPr lang="en-NZ" sz="2400" dirty="0"/>
          </a:p>
          <a:p>
            <a:r>
              <a:rPr lang="en-NZ" sz="2400" dirty="0"/>
              <a:t>NFR-02 95% of frames at 15FPS or better </a:t>
            </a:r>
          </a:p>
          <a:p>
            <a:pPr marL="0" indent="0">
              <a:buNone/>
            </a:pPr>
            <a:endParaRPr lang="en-NZ" sz="2400" dirty="0"/>
          </a:p>
          <a:p>
            <a:r>
              <a:rPr lang="en-NZ" sz="2400" dirty="0"/>
              <a:t>NFR-03 under 512MB</a:t>
            </a:r>
          </a:p>
          <a:p>
            <a:pPr marL="0" indent="0">
              <a:buNone/>
            </a:pPr>
            <a:endParaRPr lang="en-NZ" sz="2400" dirty="0"/>
          </a:p>
          <a:p>
            <a:r>
              <a:rPr lang="en-NZ" sz="2400" dirty="0"/>
              <a:t>NFR-09 cold-start latency under 500ms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485F8-25D2-747E-970F-92E1C627A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87" y="2839700"/>
            <a:ext cx="3737495" cy="2709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14159F-151B-1B93-B0C8-5B177DDF5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982" y="0"/>
            <a:ext cx="2603018" cy="313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9B0C65-B9D2-DDE8-BFE4-AC167B0A1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982" y="3141552"/>
            <a:ext cx="2603018" cy="371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1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3304-3650-02D3-67ED-75E8B44F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18256"/>
            <a:ext cx="11920396" cy="1221288"/>
          </a:xfrm>
        </p:spPr>
        <p:txBody>
          <a:bodyPr/>
          <a:lstStyle/>
          <a:p>
            <a:pPr algn="ctr"/>
            <a:r>
              <a:rPr lang="en-NZ" dirty="0"/>
              <a:t>A working GUI runs any profile and load 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92DE7-7F9A-C06E-C0DA-0171EDB36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65345"/>
            <a:ext cx="5515276" cy="3869005"/>
          </a:xfrm>
        </p:spPr>
        <p:txBody>
          <a:bodyPr>
            <a:normAutofit fontScale="92500" lnSpcReduction="10000"/>
          </a:bodyPr>
          <a:lstStyle/>
          <a:p>
            <a:r>
              <a:rPr lang="en-NZ" dirty="0"/>
              <a:t>YOLOv8n through </a:t>
            </a:r>
            <a:r>
              <a:rPr lang="en-NZ" dirty="0" err="1"/>
              <a:t>YoloDotNet</a:t>
            </a:r>
            <a:r>
              <a:rPr lang="en-NZ" dirty="0"/>
              <a:t> and ONNX Runtime</a:t>
            </a:r>
          </a:p>
          <a:p>
            <a:pPr marL="0" indent="0">
              <a:buNone/>
            </a:pPr>
            <a:r>
              <a:rPr lang="en-NZ" dirty="0"/>
              <a:t> </a:t>
            </a:r>
          </a:p>
          <a:p>
            <a:r>
              <a:rPr lang="en-NZ" dirty="0"/>
              <a:t>Baseline or constrained (1 core, +50ms latency) </a:t>
            </a:r>
          </a:p>
          <a:p>
            <a:pPr marL="0" indent="0">
              <a:buNone/>
            </a:pPr>
            <a:endParaRPr lang="en-NZ" dirty="0"/>
          </a:p>
          <a:p>
            <a:r>
              <a:rPr lang="en-NZ" dirty="0"/>
              <a:t>Baseline or </a:t>
            </a:r>
            <a:r>
              <a:rPr lang="en-NZ" dirty="0" err="1"/>
              <a:t>HighLoad</a:t>
            </a:r>
            <a:endParaRPr lang="en-NZ" dirty="0"/>
          </a:p>
          <a:p>
            <a:pPr marL="0" indent="0">
              <a:buNone/>
            </a:pPr>
            <a:endParaRPr lang="en-NZ" dirty="0"/>
          </a:p>
          <a:p>
            <a:r>
              <a:rPr lang="en-NZ" dirty="0"/>
              <a:t>Report with NFR pass/fail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E5330-C0A1-117E-796B-49159AE07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522" y="4045093"/>
            <a:ext cx="6419478" cy="27934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C3706C-C980-F1E5-6196-F2BA13F53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522" y="1239543"/>
            <a:ext cx="6419478" cy="28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6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8412-FF87-8922-A7D1-CF637C01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1" cy="1325563"/>
          </a:xfrm>
        </p:spPr>
        <p:txBody>
          <a:bodyPr>
            <a:normAutofit/>
          </a:bodyPr>
          <a:lstStyle/>
          <a:p>
            <a:pPr algn="ctr"/>
            <a:r>
              <a:rPr lang="en-NZ" sz="4300" dirty="0"/>
              <a:t>Assessment 2 closed the measurement and test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F098-F109-8B0B-D1B4-9FF04FF86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98053"/>
            <a:ext cx="10515600" cy="3706042"/>
          </a:xfrm>
        </p:spPr>
        <p:txBody>
          <a:bodyPr/>
          <a:lstStyle/>
          <a:p>
            <a:r>
              <a:rPr lang="en-NZ" dirty="0"/>
              <a:t>NFR-03 memory now measured</a:t>
            </a:r>
          </a:p>
          <a:p>
            <a:pPr marL="0" indent="0">
              <a:buNone/>
            </a:pPr>
            <a:endParaRPr lang="en-NZ" dirty="0"/>
          </a:p>
          <a:p>
            <a:r>
              <a:rPr lang="en-NZ" dirty="0"/>
              <a:t>NFR-02, 04, 06, 07 and all error conditions now tested</a:t>
            </a:r>
          </a:p>
          <a:p>
            <a:pPr marL="0" indent="0">
              <a:buNone/>
            </a:pPr>
            <a:endParaRPr lang="en-NZ" dirty="0"/>
          </a:p>
          <a:p>
            <a:r>
              <a:rPr lang="en-NZ" dirty="0"/>
              <a:t>NFR-09 threshold revised from 2000ms to 500ms</a:t>
            </a:r>
          </a:p>
          <a:p>
            <a:pPr marL="0" indent="0">
              <a:buNone/>
            </a:pPr>
            <a:endParaRPr lang="en-NZ" dirty="0"/>
          </a:p>
          <a:p>
            <a:r>
              <a:rPr lang="en-NZ" dirty="0"/>
              <a:t>Continuous Integration added</a:t>
            </a:r>
          </a:p>
        </p:txBody>
      </p:sp>
    </p:spTree>
    <p:extLst>
      <p:ext uri="{BB962C8B-B14F-4D97-AF65-F5344CB8AC3E}">
        <p14:creationId xmlns:p14="http://schemas.microsoft.com/office/powerpoint/2010/main" val="201810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19C5-3AF5-3623-BCA4-8172629A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NZ" dirty="0"/>
              <a:t>16 automated test cases across functional, non-functional and negative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6D4A-0E30-3954-769F-A670A07E7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23" y="2088175"/>
            <a:ext cx="6132968" cy="3914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/>
              <a:t>16 tests in 7 </a:t>
            </a:r>
            <a:r>
              <a:rPr lang="en-NZ" dirty="0" err="1"/>
              <a:t>MSTest</a:t>
            </a:r>
            <a:r>
              <a:rPr lang="en-NZ" dirty="0"/>
              <a:t> classes, with positive, negative, boundary and error-handling cases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A Requirements traceability matrix maps every requirement to tests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Full RTM in report, Task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BFC3E-F725-9CF8-F99C-0983094DE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26" y="1699239"/>
            <a:ext cx="5854574" cy="34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F08A-103A-E96A-16C4-2969D8C0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NZ" dirty="0"/>
              <a:t>Only the baseline configuration meets the latency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BDF6-D690-9547-4343-0F66F8F0C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1" y="1865689"/>
            <a:ext cx="7309249" cy="3126621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Baseline/Baseline 78.3ms passes NFR-01. The other three combinations fail it. NFR-02 fails everywhere.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No frame ever reached 15FPS</a:t>
            </a:r>
          </a:p>
          <a:p>
            <a:pPr marL="0" indent="0">
              <a:buNone/>
            </a:pPr>
            <a:r>
              <a:rPr lang="en-NZ" dirty="0"/>
              <a:t>Closest 67.2ms vs 66.7ms needed.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58380-B26E-F345-4978-35110B51D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30" y="2858642"/>
            <a:ext cx="4801270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9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7133-B07D-692B-B331-79C2203B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NZ" dirty="0"/>
              <a:t>Every push builds and runs all 16 tests automatically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5AB8A-5290-CEE8-7384-F2ACE9753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1181"/>
            <a:ext cx="7246545" cy="4351338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GitHub Actions on a Windows runner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Gates are build success and all tests passing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NFR thresholds are reported, not gated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MAUI excluded by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086CC-5AAB-2CD0-B0A9-4D0448818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691" y="4653481"/>
            <a:ext cx="8091310" cy="220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26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9270-68B7-0EE6-3BAC-48E838CA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NZ" dirty="0"/>
              <a:t>NFR-05 holds: three steps, no code 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96977-FE99-51D8-3633-EDCA7736B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1230"/>
            <a:ext cx="6328372" cy="3635540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5 manual usability tests, 0 failed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Devon, an independent tester, completed a run in 3 steps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2 low-severity findings (silent defaults, unclear labels)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90CF4-29A2-ED8E-5BEC-85CFF476D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608" y="4119150"/>
            <a:ext cx="6162392" cy="2675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134C4-1A90-285B-75F7-160B6017C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607" y="1262123"/>
            <a:ext cx="6162393" cy="271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9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12CA-7453-1B14-A503-552972C7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NZ" dirty="0"/>
              <a:t>Eight defects found; the root cause was shared process state in parallel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D23E-24F4-B122-338E-8999BE386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77" y="1916159"/>
            <a:ext cx="6721444" cy="2773536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5 Closed, 2 Open, 1 Under Review.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DEF-02: process-wide CPU affinity leaked between parallel tests, fixed by </a:t>
            </a:r>
            <a:r>
              <a:rPr lang="en-NZ" dirty="0" err="1"/>
              <a:t>DoNotParallelize</a:t>
            </a: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28740-E830-5BC0-7106-90ADFADB8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386" y="1343818"/>
            <a:ext cx="3998614" cy="553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3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B6C5-69BD-66EF-98C6-BEB55FF0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NZ" dirty="0"/>
              <a:t>Conditionally ready: a QA prototype, not a real-time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83AE2-CEA3-28CD-54EC-D20C20E2F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8465"/>
            <a:ext cx="7527202" cy="4351338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14 requirements met, 5 partial, 1 not met (NFR-02). 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 err="1"/>
              <a:t>MSTest</a:t>
            </a:r>
            <a:r>
              <a:rPr lang="en-NZ" dirty="0"/>
              <a:t> pass rate 100% with NFR thresholds 87.5%.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Conditions: Record NFR-02 as a limitation, review the threshold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84171-1662-64B8-E9AA-5654BD78C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572" y="2744720"/>
            <a:ext cx="4677428" cy="2238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4F314-2249-61FE-F306-9694E5067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572" y="1363402"/>
            <a:ext cx="4667901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4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CF7A-A4D8-B633-CF6B-94C970EE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NZ" dirty="0"/>
              <a:t>AI sped up creation, but every output needed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46E85-89F6-7350-015A-D26FDC47B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5334"/>
            <a:ext cx="6901314" cy="55506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NZ" dirty="0"/>
              <a:t>Claude scaffolded the modules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Copilot helped debug and review </a:t>
            </a:r>
            <a:r>
              <a:rPr lang="en-NZ" dirty="0" err="1"/>
              <a:t>ProcessFrames</a:t>
            </a:r>
            <a:endParaRPr lang="en-NZ" dirty="0"/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Wrong API assumptions fixed from decompiled source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Rejected suggestions: </a:t>
            </a:r>
            <a:r>
              <a:rPr lang="en-NZ" dirty="0" err="1"/>
              <a:t>GC.GetTotalMemory</a:t>
            </a:r>
            <a:r>
              <a:rPr lang="en-NZ" dirty="0"/>
              <a:t>, exception rethrows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Risks: AGPL license, thread-safety unverified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D4B06-ABDC-5ADE-BD4C-FE1567ECC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476" y="693085"/>
            <a:ext cx="3933524" cy="3096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083122-52D0-A097-F26D-86A31BCDB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198" y="3789856"/>
            <a:ext cx="4953801" cy="30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46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86F4-1443-0FA7-E303-09CB7B76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NZ" dirty="0"/>
              <a:t>A passing test doesn’t mean the requirement is 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9A7D-DF3B-E777-7CC5-EE802A4EF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42496"/>
            <a:ext cx="7690164" cy="3144728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Lesson: TC-09 and TC-16 pass in </a:t>
            </a:r>
            <a:r>
              <a:rPr lang="en-NZ" dirty="0" err="1"/>
              <a:t>MSTest</a:t>
            </a:r>
            <a:r>
              <a:rPr lang="en-NZ" dirty="0"/>
              <a:t> while NFR-02 fails.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Next: Assert thresholds on a fixed machine, add accuracy checks with labelled data, mock </a:t>
            </a:r>
            <a:r>
              <a:rPr lang="en-NZ" dirty="0" err="1"/>
              <a:t>IDetector</a:t>
            </a:r>
            <a:r>
              <a:rPr lang="en-NZ" dirty="0"/>
              <a:t>, descriptive GUI labels, user datasets.</a:t>
            </a:r>
          </a:p>
        </p:txBody>
      </p:sp>
    </p:spTree>
    <p:extLst>
      <p:ext uri="{BB962C8B-B14F-4D97-AF65-F5344CB8AC3E}">
        <p14:creationId xmlns:p14="http://schemas.microsoft.com/office/powerpoint/2010/main" val="122571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B739B-9A7B-39A4-36F4-2B59215E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Contributions and evidence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0FD328-47C4-8A18-6351-FA57BA594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374" y="1667726"/>
            <a:ext cx="4127851" cy="25859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E28A4A-B546-3F2B-9339-FA7AC5176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1768522"/>
            <a:ext cx="3946175" cy="24880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7BD065-B906-6D8A-13FE-7F1AD24CE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225" y="1664448"/>
            <a:ext cx="4168775" cy="2595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367304-31A7-275A-A799-F465996DEE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4253660"/>
            <a:ext cx="3946175" cy="2604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B10F5D-D529-8CD8-01D6-4426905B27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374" y="4259498"/>
            <a:ext cx="4127851" cy="2594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ED811D-3AFE-B152-7311-15F5AA8072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225" y="4255606"/>
            <a:ext cx="4168775" cy="259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79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E3E0-0E24-78A4-A98E-E095D606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NZ" dirty="0"/>
              <a:t>Demo: Baseline and Constrained, each at Baseline and </a:t>
            </a:r>
            <a:r>
              <a:rPr lang="en-NZ" dirty="0" err="1"/>
              <a:t>HighLoad</a:t>
            </a:r>
            <a:r>
              <a:rPr lang="en-NZ" dirty="0"/>
              <a:t> load</a:t>
            </a:r>
          </a:p>
        </p:txBody>
      </p:sp>
      <p:pic>
        <p:nvPicPr>
          <p:cNvPr id="4" name="SQADemo">
            <a:hlinkClick r:id="" action="ppaction://media"/>
            <a:extLst>
              <a:ext uri="{FF2B5EF4-FFF2-40B4-BE49-F238E27FC236}">
                <a16:creationId xmlns:a16="http://schemas.microsoft.com/office/drawing/2014/main" id="{070DFE88-5BD9-2E78-CCB6-9590B3941B8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4353" y="1325563"/>
            <a:ext cx="9327647" cy="524668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777D8B-B7D2-7A29-8A9F-2049BFEEDFC7}"/>
              </a:ext>
            </a:extLst>
          </p:cNvPr>
          <p:cNvSpPr txBox="1"/>
          <p:nvPr/>
        </p:nvSpPr>
        <p:spPr>
          <a:xfrm>
            <a:off x="0" y="2690336"/>
            <a:ext cx="28643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Baseline/Baseline passes NFR-01 at about 86ms. The other three exceed 100ms. See slide 7 for the average numbers.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2E35F-711F-9391-E097-D041FF5FE7D2}"/>
              </a:ext>
            </a:extLst>
          </p:cNvPr>
          <p:cNvSpPr txBox="1"/>
          <p:nvPr/>
        </p:nvSpPr>
        <p:spPr>
          <a:xfrm>
            <a:off x="-1" y="4723623"/>
            <a:ext cx="28643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If the video refuses to play, check the GitHub for the file under the main branch</a:t>
            </a:r>
          </a:p>
        </p:txBody>
      </p:sp>
    </p:spTree>
    <p:extLst>
      <p:ext uri="{BB962C8B-B14F-4D97-AF65-F5344CB8AC3E}">
        <p14:creationId xmlns:p14="http://schemas.microsoft.com/office/powerpoint/2010/main" val="154657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3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</TotalTime>
  <Words>564</Words>
  <Application>Microsoft Office PowerPoint</Application>
  <PresentationFormat>Widescreen</PresentationFormat>
  <Paragraphs>92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Accurate detection isn’t enough if it arrives late</vt:lpstr>
      <vt:lpstr>20 requirements, with measurable thresholds</vt:lpstr>
      <vt:lpstr>A working GUI runs any profile and load combination</vt:lpstr>
      <vt:lpstr>Assessment 2 closed the measurement and test gaps</vt:lpstr>
      <vt:lpstr>16 automated test cases across functional, non-functional and negative scenarios</vt:lpstr>
      <vt:lpstr>Only the baseline configuration meets the latency target</vt:lpstr>
      <vt:lpstr>Every push builds and runs all 16 tests automatically</vt:lpstr>
      <vt:lpstr>NFR-05 holds: three steps, no code edits</vt:lpstr>
      <vt:lpstr>Eight defects found; the root cause was shared process state in parallel tests</vt:lpstr>
      <vt:lpstr>Conditionally ready: a QA prototype, not a real-time deployment</vt:lpstr>
      <vt:lpstr>AI sped up creation, but every output needed checking</vt:lpstr>
      <vt:lpstr>A passing test doesn’t mean the requirement is met</vt:lpstr>
      <vt:lpstr>Contributions and evidence</vt:lpstr>
      <vt:lpstr>Demo: Baseline and Constrained, each at Baseline and HighLoad 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Yaacoub Abou Chlih</dc:creator>
  <cp:lastModifiedBy>Mohammed Yaacoub Abou Chlih</cp:lastModifiedBy>
  <cp:revision>1</cp:revision>
  <dcterms:created xsi:type="dcterms:W3CDTF">2026-10-13T05:46:59Z</dcterms:created>
  <dcterms:modified xsi:type="dcterms:W3CDTF">2026-10-18T00:16:00Z</dcterms:modified>
</cp:coreProperties>
</file>